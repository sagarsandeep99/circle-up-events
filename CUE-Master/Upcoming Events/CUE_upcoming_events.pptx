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61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5585"/>
    <a:srgbClr val="993A64"/>
    <a:srgbClr val="A73F6E"/>
    <a:srgbClr val="37133F"/>
    <a:srgbClr val="3A0E37"/>
    <a:srgbClr val="81693E"/>
    <a:srgbClr val="93842D"/>
    <a:srgbClr val="691964"/>
    <a:srgbClr val="CD2009"/>
    <a:srgbClr val="193B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853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9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28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812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61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76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745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349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18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63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F01F5-AACB-4F89-9CEE-83695141193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54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F01F5-AACB-4F89-9CEE-83695141193D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A7D6D-0530-4C4A-8802-9E77B588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12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FBA9-25C5-C6B6-F223-507C48EEA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94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AB0C0-D1C4-2C94-1575-1FB671F3C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016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5332-D016-0CCF-9A5E-D6984315F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46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10873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Iylapaka Sagar Sandeep</dc:creator>
  <cp:lastModifiedBy>Iylapaka Sagar Sandeep</cp:lastModifiedBy>
  <cp:revision>146</cp:revision>
  <dcterms:created xsi:type="dcterms:W3CDTF">2025-10-27T07:25:37Z</dcterms:created>
  <dcterms:modified xsi:type="dcterms:W3CDTF">2026-07-03T18:23:52Z</dcterms:modified>
</cp:coreProperties>
</file>