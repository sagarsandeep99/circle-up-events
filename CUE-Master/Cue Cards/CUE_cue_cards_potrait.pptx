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2" r:id="rId2"/>
    <p:sldId id="263" r:id="rId3"/>
    <p:sldId id="264" r:id="rId4"/>
    <p:sldId id="265" r:id="rId5"/>
  </p:sldIdLst>
  <p:sldSz cx="36576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5585"/>
    <a:srgbClr val="993A64"/>
    <a:srgbClr val="A73F6E"/>
    <a:srgbClr val="37133F"/>
    <a:srgbClr val="3A0E37"/>
    <a:srgbClr val="81693E"/>
    <a:srgbClr val="93842D"/>
    <a:srgbClr val="691964"/>
    <a:srgbClr val="CD2009"/>
    <a:srgbClr val="193B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02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27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" y="897890"/>
            <a:ext cx="3108960" cy="191008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881630"/>
            <a:ext cx="2743200" cy="1324610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5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167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" y="1367791"/>
            <a:ext cx="3154680" cy="228219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" y="3671571"/>
            <a:ext cx="3154680" cy="1200150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853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" y="1460500"/>
            <a:ext cx="155448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" y="1460500"/>
            <a:ext cx="155448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489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" y="292101"/>
            <a:ext cx="3154680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7" y="1344930"/>
            <a:ext cx="1547336" cy="659130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7" y="2004060"/>
            <a:ext cx="1547336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" y="1344930"/>
            <a:ext cx="1554956" cy="659130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" y="2004060"/>
            <a:ext cx="1554956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529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18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060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365760"/>
            <a:ext cx="1179671" cy="128016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" y="789941"/>
            <a:ext cx="1851660" cy="389890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1645920"/>
            <a:ext cx="1179671" cy="3049270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468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365760"/>
            <a:ext cx="1179671" cy="128016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" y="789941"/>
            <a:ext cx="1851660" cy="389890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1645920"/>
            <a:ext cx="1179671" cy="3049270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087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490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" y="292100"/>
            <a:ext cx="788670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" y="292100"/>
            <a:ext cx="2320290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683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" y="292101"/>
            <a:ext cx="3154680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" y="1460500"/>
            <a:ext cx="3154680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" y="5085081"/>
            <a:ext cx="82296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BF01F5-AACB-4F89-9CEE-83695141193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" y="5085081"/>
            <a:ext cx="123444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" y="5085081"/>
            <a:ext cx="82296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608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65332-D016-0CCF-9A5E-D6984315F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465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E9DF0-CB5D-AC6C-898A-DD1C1395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19703B-40AA-E232-7131-910F592526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3657600" cy="2438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730372-D020-3A7A-4B12-59CD9B669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001"/>
            <a:ext cx="36576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910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0AD2E-7963-134B-1248-B3B908E66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51F2D24-B152-17F5-D823-B082FFA9BAF4}"/>
              </a:ext>
            </a:extLst>
          </p:cNvPr>
          <p:cNvSpPr/>
          <p:nvPr/>
        </p:nvSpPr>
        <p:spPr>
          <a:xfrm>
            <a:off x="0" y="0"/>
            <a:ext cx="3657600" cy="181484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3C0E01-A090-252B-6167-6A8B889E467B}"/>
              </a:ext>
            </a:extLst>
          </p:cNvPr>
          <p:cNvSpPr/>
          <p:nvPr/>
        </p:nvSpPr>
        <p:spPr>
          <a:xfrm>
            <a:off x="0" y="1835780"/>
            <a:ext cx="3657600" cy="181484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405BD3-7550-0E14-4641-B0483E7CE293}"/>
              </a:ext>
            </a:extLst>
          </p:cNvPr>
          <p:cNvSpPr/>
          <p:nvPr/>
        </p:nvSpPr>
        <p:spPr>
          <a:xfrm>
            <a:off x="0" y="3671560"/>
            <a:ext cx="3657600" cy="181484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1099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DB763-F9E6-EB7C-D309-29D3CBDA6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9CA33C-2DC3-6CD6-180A-C712ECC21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914400" y="914400"/>
            <a:ext cx="5486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392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10925</TotalTime>
  <Words>0</Words>
  <Application>Microsoft Office PowerPoint</Application>
  <PresentationFormat>Custom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Iylapaka Sagar Sandeep</dc:creator>
  <cp:lastModifiedBy>Iylapaka Sagar Sandeep</cp:lastModifiedBy>
  <cp:revision>157</cp:revision>
  <dcterms:created xsi:type="dcterms:W3CDTF">2025-10-27T07:25:37Z</dcterms:created>
  <dcterms:modified xsi:type="dcterms:W3CDTF">2026-07-10T06:38:54Z</dcterms:modified>
</cp:coreProperties>
</file>