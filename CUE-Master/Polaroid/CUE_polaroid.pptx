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3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585"/>
    <a:srgbClr val="993A64"/>
    <a:srgbClr val="A73F6E"/>
    <a:srgbClr val="37133F"/>
    <a:srgbClr val="3A0E37"/>
    <a:srgbClr val="81693E"/>
    <a:srgbClr val="93842D"/>
    <a:srgbClr val="691964"/>
    <a:srgbClr val="CD2009"/>
    <a:srgbClr val="19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85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9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28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1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61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4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34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8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F01F5-AACB-4F89-9CEE-83695141193D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2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FBA9-25C5-C6B6-F223-507C48EE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E46438-88DF-E77D-03D8-2455FD7ED607}"/>
              </a:ext>
            </a:extLst>
          </p:cNvPr>
          <p:cNvSpPr/>
          <p:nvPr/>
        </p:nvSpPr>
        <p:spPr>
          <a:xfrm rot="5400000">
            <a:off x="2283468" y="1382239"/>
            <a:ext cx="5472000" cy="36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D6AE8-CCC4-031D-50DB-3794F200A9EC}"/>
              </a:ext>
            </a:extLst>
          </p:cNvPr>
          <p:cNvSpPr/>
          <p:nvPr/>
        </p:nvSpPr>
        <p:spPr>
          <a:xfrm rot="5400000">
            <a:off x="2870268" y="1290379"/>
            <a:ext cx="4298400" cy="320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94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6096-35CF-465C-F247-8C17F121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C3EAEE-FABC-70AB-DA0F-9BD9D497FAE6}"/>
              </a:ext>
            </a:extLst>
          </p:cNvPr>
          <p:cNvSpPr/>
          <p:nvPr/>
        </p:nvSpPr>
        <p:spPr>
          <a:xfrm>
            <a:off x="4417068" y="704059"/>
            <a:ext cx="5472000" cy="36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4782AF-7DE6-E61D-C506-571A51403C9C}"/>
              </a:ext>
            </a:extLst>
          </p:cNvPr>
          <p:cNvSpPr/>
          <p:nvPr/>
        </p:nvSpPr>
        <p:spPr>
          <a:xfrm rot="5400000">
            <a:off x="-581652" y="1382239"/>
            <a:ext cx="5472000" cy="36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0A187-DFED-7582-DA4C-A349F25BC641}"/>
              </a:ext>
            </a:extLst>
          </p:cNvPr>
          <p:cNvSpPr/>
          <p:nvPr/>
        </p:nvSpPr>
        <p:spPr>
          <a:xfrm rot="5400000">
            <a:off x="5148" y="1290379"/>
            <a:ext cx="4298400" cy="320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F05E1-5988-5B19-5CCA-D7634F70DCAB}"/>
              </a:ext>
            </a:extLst>
          </p:cNvPr>
          <p:cNvSpPr/>
          <p:nvPr/>
        </p:nvSpPr>
        <p:spPr>
          <a:xfrm>
            <a:off x="4648200" y="906780"/>
            <a:ext cx="5006340" cy="2842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93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0C0-D1C4-2C94-1575-1FB671F3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01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5332-D016-0CCF-9A5E-D6984315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10896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Iylapaka Sagar Sandeep</dc:creator>
  <cp:lastModifiedBy>Iylapaka Sagar Sandeep</cp:lastModifiedBy>
  <cp:revision>147</cp:revision>
  <dcterms:created xsi:type="dcterms:W3CDTF">2025-10-27T07:25:37Z</dcterms:created>
  <dcterms:modified xsi:type="dcterms:W3CDTF">2026-07-04T12:53:45Z</dcterms:modified>
</cp:coreProperties>
</file>