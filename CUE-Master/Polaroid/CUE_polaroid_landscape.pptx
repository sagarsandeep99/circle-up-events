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3" r:id="rId2"/>
    <p:sldId id="264" r:id="rId3"/>
    <p:sldId id="265" r:id="rId4"/>
    <p:sldId id="261" r:id="rId5"/>
    <p:sldId id="266" r:id="rId6"/>
    <p:sldId id="267" r:id="rId7"/>
    <p:sldId id="262" r:id="rId8"/>
  </p:sldIdLst>
  <p:sldSz cx="54864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585"/>
    <a:srgbClr val="993A64"/>
    <a:srgbClr val="A73F6E"/>
    <a:srgbClr val="37133F"/>
    <a:srgbClr val="3A0E37"/>
    <a:srgbClr val="81693E"/>
    <a:srgbClr val="93842D"/>
    <a:srgbClr val="691964"/>
    <a:srgbClr val="CD2009"/>
    <a:srgbClr val="193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60"/>
  </p:normalViewPr>
  <p:slideViewPr>
    <p:cSldViewPr snapToGrid="0">
      <p:cViewPr varScale="1">
        <p:scale>
          <a:sx n="202" d="100"/>
          <a:sy n="202" d="100"/>
        </p:scale>
        <p:origin x="66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598593"/>
            <a:ext cx="466344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21087"/>
            <a:ext cx="41148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12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02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911861"/>
            <a:ext cx="473202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447714"/>
            <a:ext cx="473202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8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973666"/>
            <a:ext cx="23317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973666"/>
            <a:ext cx="23317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0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4734"/>
            <a:ext cx="473202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896620"/>
            <a:ext cx="2321004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336040"/>
            <a:ext cx="232100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896620"/>
            <a:ext cx="2332435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336040"/>
            <a:ext cx="2332435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3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32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22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840"/>
            <a:ext cx="176950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526627"/>
            <a:ext cx="277749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097280"/>
            <a:ext cx="176950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10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840"/>
            <a:ext cx="176950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526627"/>
            <a:ext cx="277749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097280"/>
            <a:ext cx="176950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86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4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94733"/>
            <a:ext cx="118300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94733"/>
            <a:ext cx="3480435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17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94734"/>
            <a:ext cx="473202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973666"/>
            <a:ext cx="473202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3390054"/>
            <a:ext cx="18516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96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BF1F-1E8C-3F5F-3313-B74F2459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13873-F03D-0B06-5AFD-B906B4F5F43D}"/>
              </a:ext>
            </a:extLst>
          </p:cNvPr>
          <p:cNvSpPr/>
          <p:nvPr/>
        </p:nvSpPr>
        <p:spPr>
          <a:xfrm>
            <a:off x="223200" y="203727"/>
            <a:ext cx="5040000" cy="279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43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4CCA1-9966-2FBF-D871-6FC76CA0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A692C-A771-FE62-8626-9272E6CE41DE}"/>
              </a:ext>
            </a:extLst>
          </p:cNvPr>
          <p:cNvSpPr/>
          <p:nvPr/>
        </p:nvSpPr>
        <p:spPr>
          <a:xfrm>
            <a:off x="223200" y="203727"/>
            <a:ext cx="5040000" cy="279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52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F9EE-5DCB-D1DD-7654-8AD4E1FE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21ADDD-5903-135F-D4D8-AFABBEEB8F3C}"/>
              </a:ext>
            </a:extLst>
          </p:cNvPr>
          <p:cNvSpPr/>
          <p:nvPr/>
        </p:nvSpPr>
        <p:spPr>
          <a:xfrm>
            <a:off x="223200" y="203727"/>
            <a:ext cx="5040000" cy="279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19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B0C0-D1C4-2C94-1575-1FB671F3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B4D0A8-6EB2-96BF-840E-46857EC58196}"/>
              </a:ext>
            </a:extLst>
          </p:cNvPr>
          <p:cNvSpPr/>
          <p:nvPr/>
        </p:nvSpPr>
        <p:spPr>
          <a:xfrm>
            <a:off x="223200" y="203727"/>
            <a:ext cx="5040000" cy="279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01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9C21-A00E-D6A6-B069-79624F9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5FE5AF-609C-9507-5767-91981B7678D2}"/>
              </a:ext>
            </a:extLst>
          </p:cNvPr>
          <p:cNvSpPr/>
          <p:nvPr/>
        </p:nvSpPr>
        <p:spPr>
          <a:xfrm>
            <a:off x="223200" y="203727"/>
            <a:ext cx="5040000" cy="279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6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02B0E-20F1-1027-9DEC-7C0D2E33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B17847-FDA1-FEEA-6721-4A13A01D3A34}"/>
              </a:ext>
            </a:extLst>
          </p:cNvPr>
          <p:cNvSpPr/>
          <p:nvPr/>
        </p:nvSpPr>
        <p:spPr>
          <a:xfrm>
            <a:off x="223200" y="203727"/>
            <a:ext cx="5040000" cy="279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17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5332-D016-0CCF-9A5E-D6984315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12089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Iylapaka Sagar Sandeep</dc:creator>
  <cp:lastModifiedBy>Iylapaka Sagar Sandeep</cp:lastModifiedBy>
  <cp:revision>153</cp:revision>
  <dcterms:created xsi:type="dcterms:W3CDTF">2025-10-27T07:25:37Z</dcterms:created>
  <dcterms:modified xsi:type="dcterms:W3CDTF">2026-07-05T10:47:25Z</dcterms:modified>
</cp:coreProperties>
</file>