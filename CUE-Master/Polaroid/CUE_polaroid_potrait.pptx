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  <p:sldId id="265" r:id="rId3"/>
    <p:sldId id="267" r:id="rId4"/>
    <p:sldId id="266" r:id="rId5"/>
    <p:sldId id="268" r:id="rId6"/>
    <p:sldId id="263" r:id="rId7"/>
    <p:sldId id="262" r:id="rId8"/>
  </p:sldIdLst>
  <p:sldSz cx="36576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585"/>
    <a:srgbClr val="993A64"/>
    <a:srgbClr val="A73F6E"/>
    <a:srgbClr val="37133F"/>
    <a:srgbClr val="3A0E37"/>
    <a:srgbClr val="81693E"/>
    <a:srgbClr val="93842D"/>
    <a:srgbClr val="691964"/>
    <a:srgbClr val="CD2009"/>
    <a:srgbClr val="193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7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897890"/>
            <a:ext cx="3108960" cy="191008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881630"/>
            <a:ext cx="2743200" cy="1324610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16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1367791"/>
            <a:ext cx="3154680" cy="228219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3671571"/>
            <a:ext cx="3154680" cy="120015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85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1460500"/>
            <a:ext cx="15544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1460500"/>
            <a:ext cx="15544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48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292101"/>
            <a:ext cx="315468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1344930"/>
            <a:ext cx="1547336" cy="65913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2004060"/>
            <a:ext cx="1547336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1344930"/>
            <a:ext cx="1554956" cy="65913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2004060"/>
            <a:ext cx="1554956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52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18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06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365760"/>
            <a:ext cx="1179671" cy="12801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789941"/>
            <a:ext cx="1851660" cy="389890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645920"/>
            <a:ext cx="1179671" cy="3049270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46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365760"/>
            <a:ext cx="1179671" cy="12801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789941"/>
            <a:ext cx="1851660" cy="389890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645920"/>
            <a:ext cx="1179671" cy="3049270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087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49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292100"/>
            <a:ext cx="78867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292100"/>
            <a:ext cx="232029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68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292101"/>
            <a:ext cx="315468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1460500"/>
            <a:ext cx="315468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5085081"/>
            <a:ext cx="8229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F01F5-AACB-4F89-9CEE-83695141193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5085081"/>
            <a:ext cx="8229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60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A001-566D-89CA-FB18-41E637B4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E0F108-E501-3029-E4C2-2B9A17709529}"/>
              </a:ext>
            </a:extLst>
          </p:cNvPr>
          <p:cNvSpPr/>
          <p:nvPr/>
        </p:nvSpPr>
        <p:spPr>
          <a:xfrm>
            <a:off x="226800" y="195445"/>
            <a:ext cx="3204000" cy="42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3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E422-D9A6-6CBF-10A8-BBCD8A35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613B3A-7AC6-6F5A-ACA7-685ECBFD6A38}"/>
              </a:ext>
            </a:extLst>
          </p:cNvPr>
          <p:cNvSpPr/>
          <p:nvPr/>
        </p:nvSpPr>
        <p:spPr>
          <a:xfrm>
            <a:off x="226800" y="195445"/>
            <a:ext cx="3204000" cy="42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655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81E7-6A4D-E281-5268-5180948D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51F168-3E83-1E6F-C42F-E2972E2A4BA5}"/>
              </a:ext>
            </a:extLst>
          </p:cNvPr>
          <p:cNvSpPr/>
          <p:nvPr/>
        </p:nvSpPr>
        <p:spPr>
          <a:xfrm>
            <a:off x="226800" y="195445"/>
            <a:ext cx="3204000" cy="42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54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0D89-5F28-C13B-C345-5705D2C0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10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9A76F-35F3-1F82-597B-A44EF30B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BDB87-DB87-634E-3F96-BEEEF6E81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6" t="5523" r="6870" b="30"/>
          <a:stretch>
            <a:fillRect/>
          </a:stretch>
        </p:blipFill>
        <p:spPr>
          <a:xfrm>
            <a:off x="233835" y="258266"/>
            <a:ext cx="3189930" cy="372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20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C4D0-C04D-F98A-D8C3-24540A9A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F1539-55EF-604B-9C20-974A3E3DB8FE}"/>
              </a:ext>
            </a:extLst>
          </p:cNvPr>
          <p:cNvSpPr/>
          <p:nvPr/>
        </p:nvSpPr>
        <p:spPr>
          <a:xfrm>
            <a:off x="226800" y="195445"/>
            <a:ext cx="3204000" cy="424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64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5332-D016-0CCF-9A5E-D6984315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46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11109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Iylapaka Sagar Sandeep</dc:creator>
  <cp:lastModifiedBy>Iylapaka Sagar Sandeep</cp:lastModifiedBy>
  <cp:revision>156</cp:revision>
  <dcterms:created xsi:type="dcterms:W3CDTF">2025-10-27T07:25:37Z</dcterms:created>
  <dcterms:modified xsi:type="dcterms:W3CDTF">2026-07-10T10:03:09Z</dcterms:modified>
</cp:coreProperties>
</file>